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performance Q3</a:t>
            </a:r>
          </a:p>
        </p:txBody>
      </p:sp>
      <p:pic>
        <p:nvPicPr>
          <p:cNvPr id="5" name="Picture 4" descr="board-updat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51000"/>
            <a:ext cx="6858000" cy="4572000"/>
          </a:xfrm>
          <a:prstGeom prst="rect">
            <a:avLst/>
          </a:prstGeom>
        </p:spPr>
      </p:pic>
      <p:pic>
        <p:nvPicPr>
          <p:cNvPr id="6" name="Picture 5" descr="board-updat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1651000"/>
            <a:ext cx="4114800" cy="4572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 update</dc:title>
  <dc:subject/>
  <dc:creator>Boardplot examples</dc:creator>
  <cp:keywords/>
  <dc:description>generated using python-pptx</dc:description>
  <cp:lastModifiedBy>Boardplot examples</cp:lastModifiedBy>
  <cp:revision>1</cp:revision>
  <dcterms:created xsi:type="dcterms:W3CDTF">2013-01-27T09:14:16Z</dcterms:created>
  <dcterms:modified xsi:type="dcterms:W3CDTF">2013-01-27T09:15:58Z</dcterms:modified>
  <cp:category/>
</cp:coreProperties>
</file>