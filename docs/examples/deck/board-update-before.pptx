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-data-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-data-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FY26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DACH</c:v>
                </c:pt>
                <c:pt idx="1">
                  <c:v>Nordics</c:v>
                </c:pt>
                <c:pt idx="2">
                  <c:v>UK &amp; Ireland</c:v>
                </c:pt>
                <c:pt idx="3">
                  <c:v>Benelux</c:v>
                </c:pt>
                <c:pt idx="4">
                  <c:v>France</c:v>
                </c:pt>
                <c:pt idx="5">
                  <c:v>Iberia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21.4</c:v>
                </c:pt>
                <c:pt idx="1">
                  <c:v>9.8</c:v>
                </c:pt>
                <c:pt idx="2">
                  <c:v>8.1</c:v>
                </c:pt>
                <c:pt idx="3">
                  <c:v>6.9</c:v>
                </c:pt>
                <c:pt idx="4">
                  <c:v>7.6</c:v>
                </c:pt>
                <c:pt idx="5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FY25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DACH</c:v>
                </c:pt>
                <c:pt idx="1">
                  <c:v>Nordics</c:v>
                </c:pt>
                <c:pt idx="2">
                  <c:v>UK &amp; Ireland</c:v>
                </c:pt>
                <c:pt idx="3">
                  <c:v>Benelux</c:v>
                </c:pt>
                <c:pt idx="4">
                  <c:v>France</c:v>
                </c:pt>
                <c:pt idx="5">
                  <c:v>Iberia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19.2</c:v>
                </c:pt>
                <c:pt idx="1">
                  <c:v>8.6</c:v>
                </c:pt>
                <c:pt idx="2">
                  <c:v>7.9</c:v>
                </c:pt>
                <c:pt idx="3">
                  <c:v>6.4</c:v>
                </c:pt>
                <c:pt idx="4">
                  <c:v>8.3</c:v>
                </c:pt>
                <c:pt idx="5">
                  <c:v>4.3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Q3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Own stores</c:v>
                </c:pt>
                <c:pt idx="1">
                  <c:v>Wholesale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24.2</c:v>
                </c:pt>
                <c:pt idx="1">
                  <c:v>15.1</c:v>
                </c:pt>
                <c:pt idx="2">
                  <c:v>20.3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Q3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5100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0" y="1651000"/>
          <a:ext cx="4114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update</dc:title>
  <dc:subject/>
  <dc:creator>Boardplot examples</dc:creator>
  <cp:keywords/>
  <dc:description>generated using python-pptx</dc:description>
  <cp:lastModifiedBy>Boardplot examples</cp:lastModifiedBy>
  <cp:revision>1</cp:revision>
  <dcterms:created xsi:type="dcterms:W3CDTF">2013-01-27T09:14:16Z</dcterms:created>
  <dcterms:modified xsi:type="dcterms:W3CDTF">2013-01-27T09:15:58Z</dcterms:modified>
  <cp:category/>
</cp:coreProperties>
</file>